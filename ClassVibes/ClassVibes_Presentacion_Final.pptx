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587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ClassVibes – Aplicación Móvil Educativa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16481" cy="14209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2000"/>
            </a:pPr>
            <a:r>
              <a:rPr dirty="0"/>
              <a:t>Proyecto Final de Desarrollo de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Móviles</a:t>
            </a:r>
            <a:endParaRPr dirty="0"/>
          </a:p>
          <a:p>
            <a:pPr>
              <a:spcAft>
                <a:spcPts val="500"/>
              </a:spcAft>
              <a:defRPr sz="2000"/>
            </a:pPr>
            <a:r>
              <a:rPr dirty="0"/>
              <a:t>React Native + Expo</a:t>
            </a:r>
          </a:p>
          <a:p>
            <a:pPr>
              <a:spcAft>
                <a:spcPts val="500"/>
              </a:spcAft>
              <a:defRPr sz="2000"/>
            </a:pP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educativa</a:t>
            </a:r>
            <a:r>
              <a:rPr dirty="0"/>
              <a:t> para </a:t>
            </a:r>
            <a:r>
              <a:rPr dirty="0" err="1"/>
              <a:t>gestionar</a:t>
            </a:r>
            <a:r>
              <a:rPr dirty="0"/>
              <a:t> </a:t>
            </a:r>
            <a:r>
              <a:rPr dirty="0" err="1"/>
              <a:t>cursos</a:t>
            </a:r>
            <a:r>
              <a:rPr dirty="0"/>
              <a:t>, </a:t>
            </a:r>
            <a:r>
              <a:rPr dirty="0" err="1"/>
              <a:t>calendario</a:t>
            </a:r>
            <a:r>
              <a:rPr dirty="0"/>
              <a:t> y </a:t>
            </a:r>
            <a:r>
              <a:rPr dirty="0" err="1"/>
              <a:t>alertas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Desarrollar una app móvil educativa con integración de ubicación, alertas, notificaciones y calendario.</a:t>
            </a:r>
          </a:p>
          <a:p>
            <a:pPr>
              <a:spcAft>
                <a:spcPts val="500"/>
              </a:spcAft>
              <a:defRPr sz="2000"/>
            </a:pPr>
            <a:r>
              <a:t>Aplicar buenas prácticas de arquitectura, diseño y experiencia de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Funcionalidad 1 –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Obtiene ubicación GPS con expo-location.</a:t>
            </a:r>
          </a:p>
          <a:p>
            <a:pPr>
              <a:spcAft>
                <a:spcPts val="500"/>
              </a:spcAft>
              <a:defRPr sz="2000"/>
            </a:pPr>
            <a:r>
              <a:t>Muestra cursos y profesores cercanos en mapa interactivo (react-native-maps).</a:t>
            </a:r>
          </a:p>
          <a:p>
            <a:pPr>
              <a:spcAft>
                <a:spcPts val="500"/>
              </a:spcAft>
              <a:defRPr sz="2000"/>
            </a:pPr>
            <a:r>
              <a:t>Calcula distancias usando el algoritmo Haversine.</a:t>
            </a:r>
          </a:p>
          <a:p>
            <a:pPr>
              <a:spcAft>
                <a:spcPts val="500"/>
              </a:spcAft>
              <a:defRPr sz="2000"/>
            </a:pPr>
            <a:r>
              <a:t>Permite actualizar ubicación manualmente y muestra los 5 cursos más cercanos.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Funcionalidad 2 –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Sistema de alertas y recordatorios personales.</a:t>
            </a:r>
          </a:p>
          <a:p>
            <a:pPr>
              <a:spcAft>
                <a:spcPts val="500"/>
              </a:spcAft>
              <a:defRPr sz="2000"/>
            </a:pPr>
            <a:r>
              <a:t>Creación de alertas con título, mensaje, fecha y tipo.</a:t>
            </a:r>
          </a:p>
          <a:p>
            <a:pPr>
              <a:spcAft>
                <a:spcPts val="500"/>
              </a:spcAft>
              <a:defRPr sz="2000"/>
            </a:pPr>
            <a:r>
              <a:t>Clasificación visual por color e ícono.</a:t>
            </a:r>
          </a:p>
          <a:p>
            <a:pPr>
              <a:spcAft>
                <a:spcPts val="500"/>
              </a:spcAft>
              <a:defRPr sz="2000"/>
            </a:pPr>
            <a:r>
              <a:t>Integración con notificaciones push y persistencia con AsyncStorage.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Funcionalidad 3 –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Registro automático del dispositivo y token único.</a:t>
            </a:r>
          </a:p>
          <a:p>
            <a:pPr>
              <a:spcAft>
                <a:spcPts val="500"/>
              </a:spcAft>
              <a:defRPr sz="2000"/>
            </a:pPr>
            <a:r>
              <a:t>Uso de expo-notifications para notificaciones locales.</a:t>
            </a:r>
          </a:p>
          <a:p>
            <a:pPr>
              <a:spcAft>
                <a:spcPts val="500"/>
              </a:spcAft>
              <a:defRPr sz="2000"/>
            </a:pPr>
            <a:r>
              <a:t>Canales de notificación para Android.</a:t>
            </a:r>
          </a:p>
          <a:p>
            <a:pPr>
              <a:spcAft>
                <a:spcPts val="500"/>
              </a:spcAft>
              <a:defRPr sz="2000"/>
            </a:pPr>
            <a:r>
              <a:t>Notificaciones automáticas para eventos y alertas.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Funcionalidad 4 –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Integración con el calendario nativo (expo-calendar).</a:t>
            </a:r>
          </a:p>
          <a:p>
            <a:pPr>
              <a:spcAft>
                <a:spcPts val="500"/>
              </a:spcAft>
              <a:defRPr sz="2000"/>
            </a:pPr>
            <a:r>
              <a:t>Creación y visualización de eventos académicos.</a:t>
            </a:r>
          </a:p>
          <a:p>
            <a:pPr>
              <a:spcAft>
                <a:spcPts val="500"/>
              </a:spcAft>
              <a:defRPr sz="2000"/>
            </a:pPr>
            <a:r>
              <a:t>Alarmas automáticas 15 minutos antes del evento.</a:t>
            </a:r>
          </a:p>
          <a:p>
            <a:pPr>
              <a:spcAft>
                <a:spcPts val="500"/>
              </a:spcAft>
              <a:defRPr sz="2000"/>
            </a:pPr>
            <a:r>
              <a:t>Interfaz intuitiva para seleccionar fechas y horas.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Integración entre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Location muestra cursos → Calendar crea eventos → Notifications recuerdan.</a:t>
            </a:r>
          </a:p>
          <a:p>
            <a:pPr>
              <a:spcAft>
                <a:spcPts val="500"/>
              </a:spcAft>
              <a:defRPr sz="2000"/>
            </a:pPr>
            <a:r>
              <a:t>Alerts programadas → generan notificaciones push.</a:t>
            </a:r>
          </a:p>
          <a:p>
            <a:pPr>
              <a:spcAft>
                <a:spcPts val="500"/>
              </a:spcAft>
              <a:defRPr sz="2000"/>
            </a:pPr>
            <a:r>
              <a:t>Ecosistema educativo completo e integrado.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Arquitectura y Tecnologías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React Navigation (Stack + Bottom Tabs).</a:t>
            </a:r>
          </a:p>
          <a:p>
            <a:pPr>
              <a:spcAft>
                <a:spcPts val="500"/>
              </a:spcAft>
              <a:defRPr sz="2000"/>
            </a:pPr>
            <a:r>
              <a:t>Services y Screens separados por responsabilidad.</a:t>
            </a:r>
          </a:p>
          <a:p>
            <a:pPr>
              <a:spcAft>
                <a:spcPts val="500"/>
              </a:spcAft>
              <a:defRPr sz="2000"/>
            </a:pPr>
            <a:r>
              <a:t>AsyncStorage para persistencia local.</a:t>
            </a:r>
          </a:p>
          <a:p>
            <a:pPr>
              <a:spcAft>
                <a:spcPts val="500"/>
              </a:spcAft>
              <a:defRPr sz="2000"/>
            </a:pPr>
            <a:r>
              <a:t>Supabase para gestión de cursos y datos.</a:t>
            </a:r>
          </a:p>
          <a:p>
            <a:pPr>
              <a:spcAft>
                <a:spcPts val="500"/>
              </a:spcAft>
              <a:defRPr sz="2000"/>
            </a:pPr>
            <a:r>
              <a:t>Permisos centralizados para ubicación, calendario y notificaciones.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Diseño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Color primario: Azul #007CF0.</a:t>
            </a:r>
          </a:p>
          <a:p>
            <a:pPr>
              <a:spcAft>
                <a:spcPts val="500"/>
              </a:spcAft>
              <a:defRPr sz="2000"/>
            </a:pPr>
            <a:r>
              <a:t>Bottom Tabs intuitivas e iconos Ionicons.</a:t>
            </a:r>
          </a:p>
          <a:p>
            <a:pPr>
              <a:spcAft>
                <a:spcPts val="500"/>
              </a:spcAft>
              <a:defRPr sz="2000"/>
            </a:pPr>
            <a:r>
              <a:t>Tarjetas con sombras y feedback visual.</a:t>
            </a:r>
          </a:p>
          <a:p>
            <a:pPr>
              <a:spcAft>
                <a:spcPts val="500"/>
              </a:spcAft>
              <a:defRPr sz="2000"/>
            </a:pPr>
            <a:r>
              <a:t>Modales para creación de contenido y mensajes claros.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Resultados y Logros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4 funcionalidades implementadas e integradas.</a:t>
            </a:r>
          </a:p>
          <a:p>
            <a:pPr>
              <a:spcAft>
                <a:spcPts val="500"/>
              </a:spcAft>
              <a:defRPr sz="2000"/>
            </a:pPr>
            <a:r>
              <a:t>Navegación coherente y diseño atractivo.</a:t>
            </a:r>
          </a:p>
          <a:p>
            <a:pPr>
              <a:spcAft>
                <a:spcPts val="500"/>
              </a:spcAft>
              <a:defRPr sz="2000"/>
            </a:pPr>
            <a:r>
              <a:t>Código modular, reutilizable y comentado.</a:t>
            </a:r>
          </a:p>
          <a:p>
            <a:pPr>
              <a:spcAft>
                <a:spcPts val="500"/>
              </a:spcAft>
              <a:defRPr sz="2000"/>
            </a:pPr>
            <a:r>
              <a:t>Integración fluida de APIs nativas y notificaciones automáticas.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ClassVibes integra React Native + Expo para una experiencia educativa completa.</a:t>
            </a:r>
          </a:p>
          <a:p>
            <a:pPr>
              <a:spcAft>
                <a:spcPts val="500"/>
              </a:spcAft>
              <a:defRPr sz="2000"/>
            </a:pPr>
            <a:r>
              <a:t>Conecta ubicación, calendario y alertas de manera coherente.</a:t>
            </a:r>
          </a:p>
          <a:p>
            <a:pPr>
              <a:spcAft>
                <a:spcPts val="500"/>
              </a:spcAft>
              <a:defRPr sz="2000"/>
            </a:pPr>
            <a:r>
              <a:t>Combina tecnología, diseño y utilidad práctica.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CF0"/>
                </a:solidFill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“ClassVibes integra tecnología y educación para simplificar la vida académica.”</a:t>
            </a:r>
          </a:p>
          <a:p>
            <a:pPr>
              <a:spcAft>
                <a:spcPts val="500"/>
              </a:spcAft>
              <a:defRPr sz="2000"/>
            </a:pPr>
            <a:r>
              <a:t>Muchas gracias por su atención.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Presentación en pantalla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ClassVibes – Aplicación Móvil Educativa</vt:lpstr>
      <vt:lpstr>Objetivo del Proyecto</vt:lpstr>
      <vt:lpstr>Funcionalidad 1 – LOCATION</vt:lpstr>
      <vt:lpstr>Funcionalidad 2 – ALERTS</vt:lpstr>
      <vt:lpstr>Funcionalidad 3 – NOTIFICATIONS</vt:lpstr>
      <vt:lpstr>Funcionalidad 4 – CALENDAR</vt:lpstr>
      <vt:lpstr>Integración entre Funcionalidades</vt:lpstr>
      <vt:lpstr>Arquitectura y Tecnologías</vt:lpstr>
      <vt:lpstr>Diseño UI/UX</vt:lpstr>
      <vt:lpstr>Resultados y Logros</vt:lpstr>
      <vt:lpstr>Conclusiones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Viviana Gonzalez</cp:lastModifiedBy>
  <cp:revision>2</cp:revision>
  <dcterms:created xsi:type="dcterms:W3CDTF">2013-01-27T09:14:16Z</dcterms:created>
  <dcterms:modified xsi:type="dcterms:W3CDTF">2025-11-03T02:24:22Z</dcterms:modified>
  <cp:category/>
</cp:coreProperties>
</file>